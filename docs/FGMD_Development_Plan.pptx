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8046720" cy="2926080"/>
          </a:xfrm>
          <a:prstGeom prst="rect">
            <a:avLst/>
          </a:prstGeom>
          <a:solidFill>
            <a:srgbClr val="B85042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FGMD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148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Funeral Goods Management Dashboard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상조물품현황 · Project Development Plan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v1 Complete · June 2026 · localhost:8501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FGMD delivers today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53035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for regional funeral-goods inventory across Korea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stock table with live map visualization (1 icon = 10 boxes)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sheet: 빈소, 가족관계, 조문객 수 with automatic box calculation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deduct warehouse stock, save records, print HTML sheet, email via SMTP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locally at http://localhost:8501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26480" y="141732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E7E8D1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0" y="1600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217920" y="21305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26480" y="283464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E7E8D1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3017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217920" y="3547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0" y="141732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E7E8D1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1600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406640" y="21305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0" y="283464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E7E8D1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3017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8501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406640" y="3547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— Completed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v1 deliverables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8046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table: 서울, 오산, 전라, 경상, 충청 + 합계 column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stock with save → map updates immediately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Korea Folium map with scaled box DivIcons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form with warehouse selection and stock validation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persistence: inventory.json + orders.json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Printable HTML order sheet + SMTP email to samchully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structure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2468880" cy="3200400"/>
          </a:xfrm>
          <a:prstGeom prst="roundRect">
            <a:avLst>
              <a:gd name="adj" fmla="val 2222"/>
            </a:avLst>
          </a:prstGeom>
          <a:solidFill>
            <a:srgbClr val="E7E8D1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</a:rPr>
              <a:t>UI Layer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inventory_table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map_view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order_form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1234440"/>
            <a:ext cx="2651760" cy="3200400"/>
          </a:xfrm>
          <a:prstGeom prst="roundRect">
            <a:avLst>
              <a:gd name="adj" fmla="val 2069"/>
            </a:avLst>
          </a:prstGeom>
          <a:solidFill>
            <a:srgbClr val="E7E8D1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</a:rPr>
              <a:t>Services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29000" y="1783080"/>
            <a:ext cx="2331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order_logic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print_service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email_service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1234440"/>
            <a:ext cx="2468880" cy="3200400"/>
          </a:xfrm>
          <a:prstGeom prst="roundRect">
            <a:avLst>
              <a:gd name="adj" fmla="val 2222"/>
            </a:avLst>
          </a:prstGeom>
          <a:solidFill>
            <a:srgbClr val="E7E8D1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371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</a:rPr>
              <a:t>Data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55080" y="178308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inventory.json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orders.json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secrets.toml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config.py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 &amp; Inventory Rules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implemented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840480" cy="3108960"/>
          </a:xfrm>
          <a:prstGeom prst="rect">
            <a:avLst/>
          </a:prstGeom>
          <a:solidFill>
            <a:srgbClr val="E7E8D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</a:rPr>
              <a:t>Box calculation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조문객 수 &lt; 300 → send 1 box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→ ceil(visitors / 300) boxes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가족관계 recorded, not used in logic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빈소 = delivery address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840480" cy="3108960"/>
          </a:xfrm>
          <a:prstGeom prst="rect">
            <a:avLst/>
          </a:prstGeom>
          <a:solidFill>
            <a:srgbClr val="E7E8D1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</a:rPr>
              <a:t>Inventory rules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82880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regional stock in table → save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icon size = stock ÷ 10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출고 창고 for fulfillment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blocked if warehouse stock insufficient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deducted on successful order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— Deployment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sprint priorities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repository to GitHub (code + plan + this deck)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via Streamlit Community Cloud (not Vercel — Streamlit needs a Python server)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production SMTP secrets in Streamlit Cloud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README and setup documentation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GitHub Actions smoke test on push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2160" y="1371600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36454F"/>
          </a:solidFill>
          <a:ln/>
        </p:spPr>
      </p:sp>
      <p:sp>
        <p:nvSpPr>
          <p:cNvPr id="7" name="Text 5"/>
          <p:cNvSpPr/>
          <p:nvPr/>
        </p:nvSpPr>
        <p:spPr>
          <a:xfrm>
            <a:off x="5989320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Recommended Host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89320" y="2148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BEAE"/>
                </a:solidFill>
              </a:rPr>
              <a:t>Streamlit Cloud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89320" y="29260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· Native Streamlit support · GitHub integration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 — Enhancements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feature backlog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320040" cy="3200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53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</a:rPr>
              <a:t>Low-stock alerts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572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2"/>
                </a:solidFill>
              </a:rPr>
              <a:t>Red map markers below threshold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353312"/>
            <a:ext cx="320040" cy="3200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353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</a:rPr>
              <a:t>Order history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03520" y="1572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2"/>
                </a:solidFill>
              </a:rPr>
              <a:t>Collapsible past orders table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496312"/>
            <a:ext cx="320040" cy="3200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96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</a:rPr>
              <a:t>Auto warehouse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715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2"/>
                </a:solidFill>
              </a:rPr>
              <a:t>Suggest region from 빈소 address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496312"/>
            <a:ext cx="320040" cy="3200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496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0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</a:rPr>
              <a:t>PDF export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03520" y="2715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2"/>
                </a:solidFill>
              </a:rPr>
              <a:t>Company letterhead order sheets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639312"/>
            <a:ext cx="320040" cy="3200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639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</a:rPr>
              <a:t>KPI strip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3858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2"/>
                </a:solidFill>
              </a:rPr>
              <a:t>총 재고, 금일 주문, 발송 예정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3639312"/>
            <a:ext cx="320040" cy="3200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639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</a:rPr>
              <a:t>Admin auth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03520" y="3858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2"/>
                </a:solidFill>
              </a:rPr>
              <a:t>Role-based access control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Timeline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delivery schedule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828800" cy="10972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Shape 4"/>
          <p:cNvSpPr/>
          <p:nvPr/>
        </p:nvSpPr>
        <p:spPr>
          <a:xfrm>
            <a:off x="1389888" y="1572768"/>
            <a:ext cx="329184" cy="32918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454F"/>
                </a:solidFill>
              </a:rPr>
              <a:t>Phase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A72"/>
                </a:solidFill>
              </a:rPr>
              <a:t>Jun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Demo v1 local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0" y="1828800"/>
            <a:ext cx="1828800" cy="109728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11" name="Shape 9"/>
          <p:cNvSpPr/>
          <p:nvPr/>
        </p:nvSpPr>
        <p:spPr>
          <a:xfrm>
            <a:off x="3493008" y="1572768"/>
            <a:ext cx="329184" cy="329184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454F"/>
                </a:solidFill>
              </a:rPr>
              <a:t>Phase 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A72"/>
                </a:solidFill>
              </a:rPr>
              <a:t>Jun 2026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2697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GitHub + Streamlit Cloud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1828800"/>
            <a:ext cx="1828800" cy="109728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16" name="Shape 14"/>
          <p:cNvSpPr/>
          <p:nvPr/>
        </p:nvSpPr>
        <p:spPr>
          <a:xfrm>
            <a:off x="5596128" y="1572768"/>
            <a:ext cx="329184" cy="329184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454F"/>
                </a:solidFill>
              </a:rPr>
              <a:t>Phase 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A72"/>
                </a:solidFill>
              </a:rPr>
              <a:t>Jul 2026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697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Alerts, history, PDF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49440" y="1828800"/>
            <a:ext cx="1828800" cy="109728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21" name="Shape 19"/>
          <p:cNvSpPr/>
          <p:nvPr/>
        </p:nvSpPr>
        <p:spPr>
          <a:xfrm>
            <a:off x="7699248" y="1572768"/>
            <a:ext cx="329184" cy="329184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454F"/>
                </a:solidFill>
              </a:rPr>
              <a:t>Phase 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4944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A72"/>
                </a:solidFill>
              </a:rPr>
              <a:t>Aug 2026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49440" y="2697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Production hardening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7498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GitHub CLI: gh auth login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repo: gh repo create fgmd --public --source=. --push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share.streamlit.io from GitHub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SMTP secrets in Streamlit Cloud settings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public demo URL with stakeholders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44805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</a:rPr>
              <a:t>Repository: C:\Users\SKILLSUPPORT\fgmd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FGMD Development Plan</dc:title>
  <dc:subject>PptxGenJS Presentation</dc:subject>
  <dc:creator>FGMD Team</dc:creator>
  <cp:lastModifiedBy>FGMD Team</cp:lastModifiedBy>
  <cp:revision>1</cp:revision>
  <dcterms:created xsi:type="dcterms:W3CDTF">2026-06-18T02:12:59Z</dcterms:created>
  <dcterms:modified xsi:type="dcterms:W3CDTF">2026-06-18T02:12:59Z</dcterms:modified>
</cp:coreProperties>
</file>